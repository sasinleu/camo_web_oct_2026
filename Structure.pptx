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AED1-73E5-7142-02FF-A684EE45F3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29B83-AB7F-9636-8C09-1C8D5A9EA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7A31C-46DD-51E0-7115-E5215A001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6A6A-15A5-4815-AC24-2FD2FFE2637A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A9D91-4E50-D44C-7FAB-F151843F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E4F52-56D3-D9D2-4668-B0A761744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030F-63BE-43BB-80F1-E34C27B19AA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41309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8FB82-27C3-A7E0-5E26-B0FC42BB2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957F5-16FB-B01C-43B3-A7F077A30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43674-DAED-D74B-21C6-24440F1A2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6A6A-15A5-4815-AC24-2FD2FFE2637A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2B30B-CE62-7E25-4AB4-2D8DB54D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294C7-847A-4E58-C120-F84055E36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030F-63BE-43BB-80F1-E34C27B19AA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30974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7E5EF-4913-6D03-2AFB-7231E38A0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AECA6-39AE-EDDF-4FBF-E0D535A38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5E2B0-1C23-7128-B14B-31CE23889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6A6A-15A5-4815-AC24-2FD2FFE2637A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C1607-DF8A-FC4B-29D4-31143F40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A8192-DCB6-1F8D-D2E1-9A98C139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030F-63BE-43BB-80F1-E34C27B19AA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18498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C34C-9D80-F77F-9561-2DBBA73DB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9806D-D7CE-CA4E-A075-C498AE7EBC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CB8A3-F23A-3106-4EF8-AF0B64E62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B19FD-9770-39C8-2BDD-C0FE55E9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6A6A-15A5-4815-AC24-2FD2FFE2637A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626E5-9926-AF6A-61E0-B0F372571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900-2948-0B33-1C6A-543AC29C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030F-63BE-43BB-80F1-E34C27B19AA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90371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467E8-AE9B-9273-893E-70B959E84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D66A1-3CBB-6C20-057A-D9DCCB7E8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CBDBB-A832-AD8C-2480-FF6CCABB9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0C9CFE-0688-5B6B-2B32-99EDD2347A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504233-F3F9-19D9-D984-F1155259FF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109B09-38CB-57D9-85F1-8E7CDF38E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6A6A-15A5-4815-AC24-2FD2FFE2637A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CABE70-D31F-ABC0-5580-22A78215E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6BDB32-6184-EEF0-82AF-6998A38CF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030F-63BE-43BB-80F1-E34C27B19AA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1854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C9361-2716-C39F-0973-33D0A7B6F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783EF-F104-0346-1C85-299E3690E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6A6A-15A5-4815-AC24-2FD2FFE2637A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4BBE35-A794-3175-A6B5-B025391A9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CBC88D-A7C7-34B5-4DE2-BC63425B5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030F-63BE-43BB-80F1-E34C27B19AA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57461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2BB4D2-B3A5-9A21-B77D-0261FF161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6A6A-15A5-4815-AC24-2FD2FFE2637A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5E084A-D212-A92E-5E0C-E7D2421A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B57CE-901D-685C-8FE3-59A2EE62C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030F-63BE-43BB-80F1-E34C27B19AA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1596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D4EF6-B30F-7267-19B3-D6126BFDF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4CE95-6B39-B1A4-6C75-549A28121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61BAA-C48B-2E71-5975-CD9788DFF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49A6F-6B76-6798-3C0A-9EA96B14D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6A6A-15A5-4815-AC24-2FD2FFE2637A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FA240-1CE6-E497-49C2-75DCC6F96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B8A6F-9DF0-E832-ED57-F1029F348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030F-63BE-43BB-80F1-E34C27B19AA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23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69227-A6C0-2E49-5CC0-FFD4EB5DC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92888B-521B-4ABC-81A8-5FEEB17E17A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EE05F-D78B-708F-5940-9418F8119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EF2C6-CB68-9F68-B22E-B58363A6A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6A6A-15A5-4815-AC24-2FD2FFE2637A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F53A6-24C1-B449-03E5-8B480B449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6B08B-7981-81FA-8516-566CFDB9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030F-63BE-43BB-80F1-E34C27B19AA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90891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FF02A-A045-8D80-6430-8ED500757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CB024-1458-F431-E5FA-B30CE5E5D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28A0C-B9F4-878C-3951-6F0A552B9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6A6A-15A5-4815-AC24-2FD2FFE2637A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DD114-56BC-EBEE-15E5-33E1BA301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7801F-A08F-9728-DF27-4674268EA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030F-63BE-43BB-80F1-E34C27B19AA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41292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CA944F-6D0B-C83C-62E5-10D551AF8D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6A5A5-29C5-E59C-EDAE-05F0562DA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900B0-605C-C6F7-6A4E-53708988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6A6A-15A5-4815-AC24-2FD2FFE2637A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AA522-D4E4-D8B4-39FD-B257647D8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2487B-1227-AA90-181B-4BD90D8E6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030F-63BE-43BB-80F1-E34C27B19AA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10706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96B7BC-31AC-26EA-5DE9-C9BBE7F29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AE879-CC8D-F9E9-DC2B-D6D192AFC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9010-AC6C-0A2D-758E-ABE372B9E7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16A6A-15A5-4815-AC24-2FD2FFE2637A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74F6F-301A-9429-342A-34EC5321A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89360-DF1E-AC1A-E76C-A7819C6E5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A1030F-63BE-43BB-80F1-E34C27B19AA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4447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B633CB-B17A-7885-6018-29246D9B6E84}"/>
              </a:ext>
            </a:extLst>
          </p:cNvPr>
          <p:cNvSpPr txBox="1"/>
          <p:nvPr/>
        </p:nvSpPr>
        <p:spPr>
          <a:xfrm>
            <a:off x="596646" y="232357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/>
              <a:t>Initial Approval of CAMO Certificate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/>
              <a:t>Variation of CAMO Certificate (Changes requiring prior approval)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/>
              <a:t>CAMO Notification to CAAT (Changes not requiring prior approval)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/>
              <a:t>CAMO Continued Surveillance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/>
              <a:t>Surrender of CAMO Certificate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/>
              <a:t>Limitation, Suspension, and Revocation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/>
              <a:t>List of CAAT Approved CAMO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/>
              <a:t>Regulation / Guidance material / Forms and Checklist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/>
              <a:t>Frequently Asked Questions (FAQs) </a:t>
            </a:r>
          </a:p>
        </p:txBody>
      </p:sp>
    </p:spTree>
    <p:extLst>
      <p:ext uri="{BB962C8B-B14F-4D97-AF65-F5344CB8AC3E}">
        <p14:creationId xmlns:p14="http://schemas.microsoft.com/office/powerpoint/2010/main" val="3257560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66F5C5-5C94-F004-1207-B4086700F52E}"/>
              </a:ext>
            </a:extLst>
          </p:cNvPr>
          <p:cNvSpPr txBox="1"/>
          <p:nvPr/>
        </p:nvSpPr>
        <p:spPr>
          <a:xfrm>
            <a:off x="596646" y="232357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/>
              <a:t>Initial Approval of CAMO Certificate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Variation of CAMO Certificate (Changes requiring prior approval)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CAMO Notification to CAAT (Changes not requiring prior approval)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CAMO Continued Surveillance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Surrender of CAMO Certificate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Limitation, Suspension, and Revocation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List of CAAT Approved CAMO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Regulation / Guidance material / Forms and Checklist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Frequently Asked Questions (FAQs)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4B9BA8-E30B-5DA7-2FE6-BCD4A1D39D46}"/>
              </a:ext>
            </a:extLst>
          </p:cNvPr>
          <p:cNvSpPr txBox="1"/>
          <p:nvPr/>
        </p:nvSpPr>
        <p:spPr>
          <a:xfrm>
            <a:off x="596646" y="2423869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Initial Approval of CAMO Certificate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Variation of CAMO Certificate (Changes requiring prior approval)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CAMO Notification to CAAT (Changes not requiring prior approval)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CAMO Continued Surveillance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Surrender of CAMO Certificate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Limitation, Suspension, and Revocation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List of CAAT Approved CAMO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/>
              <a:t>Regulation / Guidance material / Forms and Checklist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Frequently Asked Questions (FAQs)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E843BE-1805-C05A-AE72-3AC0704C44EA}"/>
              </a:ext>
            </a:extLst>
          </p:cNvPr>
          <p:cNvSpPr txBox="1"/>
          <p:nvPr/>
        </p:nvSpPr>
        <p:spPr>
          <a:xfrm>
            <a:off x="596646" y="4615381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Initial Approval of CAMO Certificate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Variation of CAMO Certificate (Changes requiring prior approval)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CAMO Notification to CAAT (Changes not requiring prior approval)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CAMO Continued Surveillance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Surrender of CAMO Certificate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Limitation, Suspension, and Revocation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List of CAAT Approved CAMO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>
                <a:highlight>
                  <a:srgbClr val="808080"/>
                </a:highlight>
              </a:rPr>
              <a:t>Regulation / Guidance material / Forms and Checklist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200" dirty="0"/>
              <a:t>Frequently Asked Questions (FAQs)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3DF753-FAA7-A21D-1A97-463C3FED1E28}"/>
              </a:ext>
            </a:extLst>
          </p:cNvPr>
          <p:cNvSpPr/>
          <p:nvPr/>
        </p:nvSpPr>
        <p:spPr>
          <a:xfrm>
            <a:off x="6691122" y="2084220"/>
            <a:ext cx="5175504" cy="67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B284F8-5543-9CFB-166B-6DC2EBFE898B}"/>
              </a:ext>
            </a:extLst>
          </p:cNvPr>
          <p:cNvSpPr/>
          <p:nvPr/>
        </p:nvSpPr>
        <p:spPr>
          <a:xfrm>
            <a:off x="6691122" y="2328769"/>
            <a:ext cx="5175504" cy="67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52ABCB-D72A-9054-8A6A-378333CE7518}"/>
              </a:ext>
            </a:extLst>
          </p:cNvPr>
          <p:cNvSpPr/>
          <p:nvPr/>
        </p:nvSpPr>
        <p:spPr>
          <a:xfrm>
            <a:off x="6691122" y="2584706"/>
            <a:ext cx="5175504" cy="67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30FA61-0992-7543-04C9-5784A683FF1B}"/>
              </a:ext>
            </a:extLst>
          </p:cNvPr>
          <p:cNvSpPr/>
          <p:nvPr/>
        </p:nvSpPr>
        <p:spPr>
          <a:xfrm>
            <a:off x="6691122" y="2840643"/>
            <a:ext cx="5175504" cy="67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4B389E-79BD-6566-187E-BC957EB9C263}"/>
              </a:ext>
            </a:extLst>
          </p:cNvPr>
          <p:cNvSpPr/>
          <p:nvPr/>
        </p:nvSpPr>
        <p:spPr>
          <a:xfrm>
            <a:off x="6691122" y="3096580"/>
            <a:ext cx="5175504" cy="67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194084-BF9A-3839-BCFF-E02A26430A7D}"/>
              </a:ext>
            </a:extLst>
          </p:cNvPr>
          <p:cNvSpPr/>
          <p:nvPr/>
        </p:nvSpPr>
        <p:spPr>
          <a:xfrm>
            <a:off x="6691122" y="3352517"/>
            <a:ext cx="5175504" cy="67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C28B4E-516D-C841-6603-D8EFC562E230}"/>
              </a:ext>
            </a:extLst>
          </p:cNvPr>
          <p:cNvSpPr/>
          <p:nvPr/>
        </p:nvSpPr>
        <p:spPr>
          <a:xfrm>
            <a:off x="6691122" y="3608454"/>
            <a:ext cx="5175504" cy="67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C3EBB3-83E0-0B31-324D-EC3DD35F1E4A}"/>
              </a:ext>
            </a:extLst>
          </p:cNvPr>
          <p:cNvSpPr/>
          <p:nvPr/>
        </p:nvSpPr>
        <p:spPr>
          <a:xfrm>
            <a:off x="6691122" y="3864391"/>
            <a:ext cx="5175504" cy="67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8B8C06-1C5A-7BD5-1CC3-5F425D8A6627}"/>
              </a:ext>
            </a:extLst>
          </p:cNvPr>
          <p:cNvSpPr/>
          <p:nvPr/>
        </p:nvSpPr>
        <p:spPr>
          <a:xfrm>
            <a:off x="6691122" y="4120328"/>
            <a:ext cx="5175504" cy="67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3E1E9F-4623-C9D8-1BEF-1DB39C68300C}"/>
              </a:ext>
            </a:extLst>
          </p:cNvPr>
          <p:cNvSpPr/>
          <p:nvPr/>
        </p:nvSpPr>
        <p:spPr>
          <a:xfrm>
            <a:off x="6691122" y="4376265"/>
            <a:ext cx="5175504" cy="67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FCBDAE-9F92-49B1-57F6-4B62DD080A71}"/>
              </a:ext>
            </a:extLst>
          </p:cNvPr>
          <p:cNvSpPr/>
          <p:nvPr/>
        </p:nvSpPr>
        <p:spPr>
          <a:xfrm>
            <a:off x="6691122" y="1828283"/>
            <a:ext cx="5175504" cy="67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" name="Small Square 1">
            <a:extLst>
              <a:ext uri="{FF2B5EF4-FFF2-40B4-BE49-F238E27FC236}">
                <a16:creationId xmlns:a16="http://schemas.microsoft.com/office/drawing/2014/main" id="{DF78EDBD-CACC-442A-BA76-217A05D9C8C4}"/>
              </a:ext>
            </a:extLst>
          </p:cNvPr>
          <p:cNvSpPr/>
          <p:nvPr/>
        </p:nvSpPr>
        <p:spPr>
          <a:xfrm>
            <a:off x="66929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20" name="Small Square 2">
            <a:extLst>
              <a:ext uri="{FF2B5EF4-FFF2-40B4-BE49-F238E27FC236}">
                <a16:creationId xmlns:a16="http://schemas.microsoft.com/office/drawing/2014/main" id="{0AA9D5BD-30BA-4382-90B7-C9859AF881F4}"/>
              </a:ext>
            </a:extLst>
          </p:cNvPr>
          <p:cNvSpPr/>
          <p:nvPr/>
        </p:nvSpPr>
        <p:spPr>
          <a:xfrm>
            <a:off x="69215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21" name="Small Square 3">
            <a:extLst>
              <a:ext uri="{FF2B5EF4-FFF2-40B4-BE49-F238E27FC236}">
                <a16:creationId xmlns:a16="http://schemas.microsoft.com/office/drawing/2014/main" id="{1385E47E-59F6-4509-8E74-4AEFF25FFA7F}"/>
              </a:ext>
            </a:extLst>
          </p:cNvPr>
          <p:cNvSpPr/>
          <p:nvPr/>
        </p:nvSpPr>
        <p:spPr>
          <a:xfrm>
            <a:off x="71501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22" name="Small Square 4">
            <a:extLst>
              <a:ext uri="{FF2B5EF4-FFF2-40B4-BE49-F238E27FC236}">
                <a16:creationId xmlns:a16="http://schemas.microsoft.com/office/drawing/2014/main" id="{603DC457-06BF-43C0-BECB-631988AC8086}"/>
              </a:ext>
            </a:extLst>
          </p:cNvPr>
          <p:cNvSpPr/>
          <p:nvPr/>
        </p:nvSpPr>
        <p:spPr>
          <a:xfrm>
            <a:off x="73787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23" name="Small Square 5">
            <a:extLst>
              <a:ext uri="{FF2B5EF4-FFF2-40B4-BE49-F238E27FC236}">
                <a16:creationId xmlns:a16="http://schemas.microsoft.com/office/drawing/2014/main" id="{1BAAE592-1DE3-4989-8CD8-243ECE496C45}"/>
              </a:ext>
            </a:extLst>
          </p:cNvPr>
          <p:cNvSpPr/>
          <p:nvPr/>
        </p:nvSpPr>
        <p:spPr>
          <a:xfrm>
            <a:off x="76073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24" name="Small Square 6">
            <a:extLst>
              <a:ext uri="{FF2B5EF4-FFF2-40B4-BE49-F238E27FC236}">
                <a16:creationId xmlns:a16="http://schemas.microsoft.com/office/drawing/2014/main" id="{D3F9042D-C815-4B96-84D0-29AC326EF38A}"/>
              </a:ext>
            </a:extLst>
          </p:cNvPr>
          <p:cNvSpPr/>
          <p:nvPr/>
        </p:nvSpPr>
        <p:spPr>
          <a:xfrm>
            <a:off x="78359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25" name="Small Square 7">
            <a:extLst>
              <a:ext uri="{FF2B5EF4-FFF2-40B4-BE49-F238E27FC236}">
                <a16:creationId xmlns:a16="http://schemas.microsoft.com/office/drawing/2014/main" id="{3B37F304-5435-490E-9B00-4FFA26ED291E}"/>
              </a:ext>
            </a:extLst>
          </p:cNvPr>
          <p:cNvSpPr/>
          <p:nvPr/>
        </p:nvSpPr>
        <p:spPr>
          <a:xfrm>
            <a:off x="80645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26" name="Small Square 8">
            <a:extLst>
              <a:ext uri="{FF2B5EF4-FFF2-40B4-BE49-F238E27FC236}">
                <a16:creationId xmlns:a16="http://schemas.microsoft.com/office/drawing/2014/main" id="{CB8314EB-8321-4BB5-B9B5-E1CBC642DA24}"/>
              </a:ext>
            </a:extLst>
          </p:cNvPr>
          <p:cNvSpPr/>
          <p:nvPr/>
        </p:nvSpPr>
        <p:spPr>
          <a:xfrm>
            <a:off x="82931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27" name="Small Square 9">
            <a:extLst>
              <a:ext uri="{FF2B5EF4-FFF2-40B4-BE49-F238E27FC236}">
                <a16:creationId xmlns:a16="http://schemas.microsoft.com/office/drawing/2014/main" id="{192962B8-529D-49AF-997A-2C486B534B5F}"/>
              </a:ext>
            </a:extLst>
          </p:cNvPr>
          <p:cNvSpPr/>
          <p:nvPr/>
        </p:nvSpPr>
        <p:spPr>
          <a:xfrm>
            <a:off x="85217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28" name="Small Square 10">
            <a:extLst>
              <a:ext uri="{FF2B5EF4-FFF2-40B4-BE49-F238E27FC236}">
                <a16:creationId xmlns:a16="http://schemas.microsoft.com/office/drawing/2014/main" id="{416F25ED-7C35-4914-A737-55DD8150CAD0}"/>
              </a:ext>
            </a:extLst>
          </p:cNvPr>
          <p:cNvSpPr/>
          <p:nvPr/>
        </p:nvSpPr>
        <p:spPr>
          <a:xfrm>
            <a:off x="87503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29" name="Small Square 11">
            <a:extLst>
              <a:ext uri="{FF2B5EF4-FFF2-40B4-BE49-F238E27FC236}">
                <a16:creationId xmlns:a16="http://schemas.microsoft.com/office/drawing/2014/main" id="{4B8FDB4E-CAEC-4D5F-9149-D71297565F87}"/>
              </a:ext>
            </a:extLst>
          </p:cNvPr>
          <p:cNvSpPr/>
          <p:nvPr/>
        </p:nvSpPr>
        <p:spPr>
          <a:xfrm>
            <a:off x="89789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30" name="Small Square 12">
            <a:extLst>
              <a:ext uri="{FF2B5EF4-FFF2-40B4-BE49-F238E27FC236}">
                <a16:creationId xmlns:a16="http://schemas.microsoft.com/office/drawing/2014/main" id="{5D6DEB11-68C9-4CEF-B617-511EE43C3A1E}"/>
              </a:ext>
            </a:extLst>
          </p:cNvPr>
          <p:cNvSpPr/>
          <p:nvPr/>
        </p:nvSpPr>
        <p:spPr>
          <a:xfrm>
            <a:off x="92075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31" name="Small Square 13">
            <a:extLst>
              <a:ext uri="{FF2B5EF4-FFF2-40B4-BE49-F238E27FC236}">
                <a16:creationId xmlns:a16="http://schemas.microsoft.com/office/drawing/2014/main" id="{599C532F-2154-4717-88FF-092366BC1A72}"/>
              </a:ext>
            </a:extLst>
          </p:cNvPr>
          <p:cNvSpPr/>
          <p:nvPr/>
        </p:nvSpPr>
        <p:spPr>
          <a:xfrm>
            <a:off x="94361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32" name="Small Square 14">
            <a:extLst>
              <a:ext uri="{FF2B5EF4-FFF2-40B4-BE49-F238E27FC236}">
                <a16:creationId xmlns:a16="http://schemas.microsoft.com/office/drawing/2014/main" id="{283431E6-584A-42D0-9F06-597B56CEB53E}"/>
              </a:ext>
            </a:extLst>
          </p:cNvPr>
          <p:cNvSpPr/>
          <p:nvPr/>
        </p:nvSpPr>
        <p:spPr>
          <a:xfrm>
            <a:off x="96647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33" name="Small Square 15">
            <a:extLst>
              <a:ext uri="{FF2B5EF4-FFF2-40B4-BE49-F238E27FC236}">
                <a16:creationId xmlns:a16="http://schemas.microsoft.com/office/drawing/2014/main" id="{BDA081F6-2A40-43FA-9606-C8B1B6BC2A76}"/>
              </a:ext>
            </a:extLst>
          </p:cNvPr>
          <p:cNvSpPr/>
          <p:nvPr/>
        </p:nvSpPr>
        <p:spPr>
          <a:xfrm>
            <a:off x="98933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34" name="Small Square 16">
            <a:extLst>
              <a:ext uri="{FF2B5EF4-FFF2-40B4-BE49-F238E27FC236}">
                <a16:creationId xmlns:a16="http://schemas.microsoft.com/office/drawing/2014/main" id="{2E9BDAAE-1B75-4ADC-8568-9321FBAA7A84}"/>
              </a:ext>
            </a:extLst>
          </p:cNvPr>
          <p:cNvSpPr/>
          <p:nvPr/>
        </p:nvSpPr>
        <p:spPr>
          <a:xfrm>
            <a:off x="101219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35" name="Small Square 17">
            <a:extLst>
              <a:ext uri="{FF2B5EF4-FFF2-40B4-BE49-F238E27FC236}">
                <a16:creationId xmlns:a16="http://schemas.microsoft.com/office/drawing/2014/main" id="{A80164F4-B990-4B1A-8CA1-FC6E4A8456E0}"/>
              </a:ext>
            </a:extLst>
          </p:cNvPr>
          <p:cNvSpPr/>
          <p:nvPr/>
        </p:nvSpPr>
        <p:spPr>
          <a:xfrm>
            <a:off x="103505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36" name="Small Square 18">
            <a:extLst>
              <a:ext uri="{FF2B5EF4-FFF2-40B4-BE49-F238E27FC236}">
                <a16:creationId xmlns:a16="http://schemas.microsoft.com/office/drawing/2014/main" id="{ECF4356E-A3DE-4728-B542-94492DC28FD8}"/>
              </a:ext>
            </a:extLst>
          </p:cNvPr>
          <p:cNvSpPr/>
          <p:nvPr/>
        </p:nvSpPr>
        <p:spPr>
          <a:xfrm>
            <a:off x="105791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37" name="Small Square 19">
            <a:extLst>
              <a:ext uri="{FF2B5EF4-FFF2-40B4-BE49-F238E27FC236}">
                <a16:creationId xmlns:a16="http://schemas.microsoft.com/office/drawing/2014/main" id="{715DAEC1-009F-4CD0-A012-145867F43844}"/>
              </a:ext>
            </a:extLst>
          </p:cNvPr>
          <p:cNvSpPr/>
          <p:nvPr/>
        </p:nvSpPr>
        <p:spPr>
          <a:xfrm>
            <a:off x="108077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38" name="Small Square 20">
            <a:extLst>
              <a:ext uri="{FF2B5EF4-FFF2-40B4-BE49-F238E27FC236}">
                <a16:creationId xmlns:a16="http://schemas.microsoft.com/office/drawing/2014/main" id="{6A2CBB10-301B-480D-A68A-4AD6816A0622}"/>
              </a:ext>
            </a:extLst>
          </p:cNvPr>
          <p:cNvSpPr/>
          <p:nvPr/>
        </p:nvSpPr>
        <p:spPr>
          <a:xfrm>
            <a:off x="110363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39" name="Small Square 21">
            <a:extLst>
              <a:ext uri="{FF2B5EF4-FFF2-40B4-BE49-F238E27FC236}">
                <a16:creationId xmlns:a16="http://schemas.microsoft.com/office/drawing/2014/main" id="{27FC55C9-E2B9-4E37-A553-E0B58BECBEF2}"/>
              </a:ext>
            </a:extLst>
          </p:cNvPr>
          <p:cNvSpPr/>
          <p:nvPr/>
        </p:nvSpPr>
        <p:spPr>
          <a:xfrm>
            <a:off x="112649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40" name="Small Square 22">
            <a:extLst>
              <a:ext uri="{FF2B5EF4-FFF2-40B4-BE49-F238E27FC236}">
                <a16:creationId xmlns:a16="http://schemas.microsoft.com/office/drawing/2014/main" id="{EBE5B9F9-B4D6-415B-B9FA-EEC7387C7F1A}"/>
              </a:ext>
            </a:extLst>
          </p:cNvPr>
          <p:cNvSpPr/>
          <p:nvPr/>
        </p:nvSpPr>
        <p:spPr>
          <a:xfrm>
            <a:off x="114935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41" name="Small Square 23">
            <a:extLst>
              <a:ext uri="{FF2B5EF4-FFF2-40B4-BE49-F238E27FC236}">
                <a16:creationId xmlns:a16="http://schemas.microsoft.com/office/drawing/2014/main" id="{65F8D056-5D9E-4648-87C2-1EC055F5FEDD}"/>
              </a:ext>
            </a:extLst>
          </p:cNvPr>
          <p:cNvSpPr/>
          <p:nvPr/>
        </p:nvSpPr>
        <p:spPr>
          <a:xfrm>
            <a:off x="11722100" y="4826000"/>
            <a:ext cx="1524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04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03728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A13604-947F-47C5-9509-7544897D34B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53178590-d87f-473d-9a46-97d9220b127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232</Words>
  <Application>Microsoft Office PowerPoint</Application>
  <PresentationFormat>Widescreen</PresentationFormat>
  <Paragraphs>36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Sasin Leungphaibul</dc:creator>
  <cp:lastModifiedBy>Sasin Leungphaibul</cp:lastModifiedBy>
  <cp:revision>1</cp:revision>
  <dcterms:created xsi:type="dcterms:W3CDTF">2026-10-08T08:55:40Z</dcterms:created>
  <dcterms:modified xsi:type="dcterms:W3CDTF">2026-10-08T09:15:52Z</dcterms:modified>
</cp:coreProperties>
</file>